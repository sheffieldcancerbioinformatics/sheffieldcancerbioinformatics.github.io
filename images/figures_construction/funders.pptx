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7F26-1352-CC9F-3F3C-F7AF9C841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8B033-2CC4-17A4-375C-EAE63B9AD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A559-EF82-2758-7C7E-9AC0A978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342B5-4113-7266-6E8F-918CF3D0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F7B9-33FB-1FD2-1267-DBF1D5B1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3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36D73-A431-7E88-81D0-50059ABA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53934-67FA-D58C-7450-41E8EA7D9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41FF2-4F38-79AF-4CD7-8D2111BB3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BF16-204D-68B4-C560-330E19E4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0D7F8-FD78-0785-55CA-1A8FED43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8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B864-8C94-C4A7-5D98-0BE2D70B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902CA-EBE2-5943-E0AF-024E8F04B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1DE0D-E6D6-DDA3-6F2A-62E59A27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14ADC-8C3B-00B0-087F-5E8F46DD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A60B2-13BB-338C-9F0E-A423A2A41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35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AF6D9-2781-3C3C-F4A6-F9FAE3AD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5C54-3AC4-616F-9EAC-64927A047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A96F11-C2BC-3935-2580-1E3C2F6FBC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28EEB-72EF-C494-447E-A4C25F22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1AA40-998F-D84E-CBEA-0DED0A89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15D98-7FDF-BB7A-223F-0169FF61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5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DE986-B48E-CD79-D87E-53035E80B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3CF0E-80F7-0413-292C-76E6F797A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18B4C-7834-791E-DBCB-39C2CBCAC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3A51AB-B3D8-5F87-BCD1-8EE0D2870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A90F1-4563-284E-D8F5-6AFF94BA7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B9098-6F7C-2AC1-5B19-DF610A80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DC810-376F-B487-EEF3-A135CC94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54BD3-AD3A-4BAA-E024-1E06FCDC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0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661D3-2038-82B7-1C83-3ACDE3DD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8136A-8FD7-B29D-6D80-3C661444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FBB0E-D5B8-A648-DB4D-4A785A56A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6E709-CB86-86D8-38DA-8C73B2332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32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6A8ADE-F3F2-A237-E733-5F15F4230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18CE7-FFC8-6F7B-4B70-3E63E8431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0CB48-500E-1B8C-5D9E-34775BDAC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13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E000C-D2E4-36F1-7032-CEAF44AB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FFA51-9685-6E85-5DCD-A86556DD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238E3-14EE-F59A-B4F1-E347D49D6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12127-DB14-F082-9577-B740C25D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E1331-E5E0-32EF-C3F2-3FAAA3FC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FF3D6-8A83-8B36-5505-1501EA2BD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1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815C-FD99-E7ED-9B5C-A8616B8B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14C7C8-C1ED-3C12-3C01-229DE2BCC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E84BD-5D26-97FB-2034-FA7F55E44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C7880-1848-5ED7-E8B0-C07B760B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388DB-C38E-9143-65D6-F33170A45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AA2C4-1E92-7FE3-2887-81A691F0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56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F288-1F2C-70B4-402A-55548F26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A1820-62A6-FBC5-6CF3-FECE1676C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87E66-CC24-9D2F-6C0C-F3B0B057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B6077-D14B-B2C5-CE15-80DB60014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C5C8C-8D5C-92BA-1EF8-58A565FE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406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0C0882-64BA-4575-D5AE-8A85FB845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34332-B6A1-5583-2839-F1F8CD8F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73D20-D344-D582-0309-F4B686478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207B8-B23B-ABBC-6B4E-3A78D874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81CA1-8604-8F0F-B4EB-6C335ED2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3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381BFE-218A-A87B-9BD7-5613FFF1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73E9F-B5BE-B367-9827-BDDC1CA4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11609-BFF2-4FB5-E4BD-518636D45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2EF61-AAF1-2044-820C-2DDC6F73B5F9}" type="datetimeFigureOut">
              <a:rPr lang="en-US" smtClean="0"/>
              <a:t>4/4/26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58873-44A9-4FF4-A4A9-78B8F2C0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529FC-4C10-3A57-2714-43BD3C800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F0820-5C48-454E-9D82-A40DAF3D6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52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5E88-E1CE-6E3C-FA8B-5CD4C9B37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4B7B8F5-12F4-BD73-3B62-A0541B1D2BCB}"/>
              </a:ext>
            </a:extLst>
          </p:cNvPr>
          <p:cNvGrpSpPr/>
          <p:nvPr/>
        </p:nvGrpSpPr>
        <p:grpSpPr>
          <a:xfrm>
            <a:off x="2469900" y="2149520"/>
            <a:ext cx="7252200" cy="2558961"/>
            <a:chOff x="1404466" y="1560487"/>
            <a:chExt cx="7252200" cy="25589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AD283D-A755-CBE4-D1FA-E7E487B30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404466" y="1560487"/>
              <a:ext cx="2284387" cy="151219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C83972-0328-90A7-534E-BC8BCBD6EB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652"/>
            <a:stretch/>
          </p:blipFill>
          <p:spPr>
            <a:xfrm>
              <a:off x="3905184" y="1560487"/>
              <a:ext cx="2160000" cy="108485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966906E-D277-317D-EF01-E9D1B4FEA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96666" y="1573934"/>
              <a:ext cx="2160000" cy="91608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2356AC7-D37C-2595-179E-EC951327E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4466" y="3134873"/>
              <a:ext cx="2480864" cy="98457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437BBD-EC79-482B-6336-044D7B471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3852" t="10338" r="23852" b="10078"/>
            <a:stretch>
              <a:fillRect/>
            </a:stretch>
          </p:blipFill>
          <p:spPr>
            <a:xfrm>
              <a:off x="4012267" y="2779810"/>
              <a:ext cx="1323321" cy="133963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B22670-4CA3-7E8F-C42A-A16F0FB9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6230" y="2680942"/>
              <a:ext cx="3180436" cy="391744"/>
            </a:xfrm>
            <a:prstGeom prst="rect">
              <a:avLst/>
            </a:prstGeom>
            <a:effectLst>
              <a:softEdge rad="50800"/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DB6423-B101-2C23-A6BC-CFCB11F3E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76229" y="3277061"/>
              <a:ext cx="3180437" cy="8423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580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Lewis Quayle</dc:creator>
  <cp:lastModifiedBy>Lewis Quayle</cp:lastModifiedBy>
  <cp:revision>1</cp:revision>
  <dcterms:created xsi:type="dcterms:W3CDTF">2026-04-04T12:56:12Z</dcterms:created>
  <dcterms:modified xsi:type="dcterms:W3CDTF">2026-04-04T13:16:25Z</dcterms:modified>
</cp:coreProperties>
</file>